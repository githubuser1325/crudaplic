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Магазин за компютри и периферия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ASP.NET Core MVC CRUD приложение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Автор: </a:t>
            </a:r>
            <a:r>
              <a:rPr lang="en-US">
                <a:solidFill>
                  <a:srgbClr val="888888"/>
                </a:solidFill>
              </a:rPr>
              <a:t>Крис</a:t>
            </a:r>
            <a:r>
              <a:rPr lang="en-US"/>
              <a:t>тиан Костадинов, Александър Беломачев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 на проекта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Създаване на уеб приложение за управление на продукти.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CRUD функционалност: създаване, редакция, изтриване, преглед.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Използване на ASP.NET Core MVC и InMemory база.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Интерфейс с Bootstrap.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Използвани технологии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ASP.NET Core 5.0 MVC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C#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Entity Framework Core (InMemory)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Razor Views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Bootstrap 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Структура на проекта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Models – Product (Id, Name, Price)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Controllers – ProductsController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Views – Index, Create, Edit, Delete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Data – ApplicationDbContext</a:t>
            </a:r>
            <a:endParaRPr/>
          </a:p>
        </p:txBody>
      </p:sp>
      <p:pic>
        <p:nvPicPr>
          <p:cNvPr id="104" name="Google Shape;104;p16" title="ko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4650" y="3931525"/>
            <a:ext cx="2061450" cy="26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Функционалности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-84750" y="16297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🟢 Списък с продукти (Index)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➕ Добавяне (Create)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✏️ Редакция (Edit)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❌ Изтриване (Delete)</a:t>
            </a:r>
            <a:endParaRPr/>
          </a:p>
        </p:txBody>
      </p:sp>
      <p:pic>
        <p:nvPicPr>
          <p:cNvPr id="111" name="Google Shape;111;p17" title="SrOI4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481700"/>
            <a:ext cx="2504425" cy="167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 title="Su3qjf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875" y="4329600"/>
            <a:ext cx="2459425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 title="U9vUL5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2800" y="4481700"/>
            <a:ext cx="2123225" cy="14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 title="wqHUTt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48725" y="2337775"/>
            <a:ext cx="2737475" cy="16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Какво научих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Работа с MVC архитектура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Свързване към база чрез Entity Framework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Интерфейс с Razor и Bootstrap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Обработка на форми и POST заявки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Заключение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Работещ CRUD магазин за продукти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Може лесно да се разшири с: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Потребителски акаунти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Категории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Търсене и филтри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